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9" r:id="rId2"/>
    <p:sldId id="506" r:id="rId3"/>
    <p:sldId id="514" r:id="rId4"/>
    <p:sldId id="507" r:id="rId5"/>
    <p:sldId id="508" r:id="rId6"/>
    <p:sldId id="509" r:id="rId7"/>
    <p:sldId id="515" r:id="rId8"/>
    <p:sldId id="5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-1020" y="-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06-10-2026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77BC4-17D5-4B3B-8254-CC862B6A5E2F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96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00.png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Relationship Id="rId5" Type="http://schemas.openxmlformats.org/officeDocument/2006/relationships/image" Target="../media/image102.png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03.png"/><Relationship Id="rId4" Type="http://schemas.openxmlformats.org/officeDocument/2006/relationships/image" Target="../media/image104.png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14759"/>
            <a:ext cx="10515600" cy="1137422"/>
          </a:xfrm>
          <a:noFill/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CS5304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PBL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205820"/>
            <a:ext cx="4822502" cy="1747839"/>
          </a:xfrm>
          <a:noFill/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RITHIKA S (2104251040779)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SHWETHAA JV (2104251050318)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&amp; Engg.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7" y="136526"/>
            <a:ext cx="6698746" cy="1137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A8A47D1-B6FE-DF05-8C4F-BF8ADA8CECA2}"/>
              </a:ext>
            </a:extLst>
          </p:cNvPr>
          <p:cNvSpPr txBox="1"/>
          <p:nvPr/>
        </p:nvSpPr>
        <p:spPr>
          <a:xfrm>
            <a:off x="1524000" y="28914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INTERACTIVE JAVA TECHNICAL REVIEW SIMULATOR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xmlns="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4038" y="420581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R. Kavitha, M.E., Ph.D.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&amp; Engg.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xmlns="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</a:t>
            </a:fld>
            <a:endParaRPr lang="en-IN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xmlns="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xmlns="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placement drives include a core-Java technical round: OOP, Collections, Strings, Exceptions, JVM, Threads.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students preparing for placements are affected; most practise only with static notes or quizzes.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realistic practice and instant feedback, students cannot find their weak topics before the interview.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options: no interactive mock interview, no per-answer scoring, no topic-wise diagnosis, often paid/online.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core-Java console simulator runs mock interviews, scores answers offline and reports placement readiness.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2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xmlns="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sz="1600" dirty="0"/>
              <a:t>Build a JSON question bank for 6 Java topics.</a:t>
            </a:r>
          </a:p>
          <a:p>
            <a:r>
              <a:rPr lang="en-US" sz="1600" dirty="0"/>
              <a:t>Model the system with OOP classes &amp; interfaces.</a:t>
            </a:r>
          </a:p>
          <a:p>
            <a:r>
              <a:rPr lang="en-US" sz="1600" dirty="0"/>
              <a:t>Offline keyword scoring + optional AI evaluator.</a:t>
            </a:r>
          </a:p>
          <a:p>
            <a:r>
              <a:rPr lang="en-US" sz="1600" dirty="0"/>
              <a:t>Report topic-wise placement readiness.</a:t>
            </a:r>
          </a:p>
          <a:p>
            <a:r>
              <a:rPr lang="en-US" sz="1600" dirty="0"/>
              <a:t>Verify the core logic with JUnit 5 tests.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offline-capable Java console application that conducts a 5-question core-Java mock interview, scores every answer instantly with feedback and the model answer, and produces a topic-wise placement-readiness report (Ready / Almost There / Needs Preparation).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Verified by </a:t>
            </a:r>
            <a:r>
              <a:rPr lang="en-US" sz="16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34/34 passing JUnit 5 tests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5419B9-8D2B-A5A3-F590-0BFB3384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BFBA6E-00B3-FA77-124C-9ED96ECA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Input, Processing &amp; Functional Analysis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25D538F8-98D7-48A3-27E2-29A0B682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3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6A5BEA90-A627-443A-8EA9-207D3A67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F0AD397-676F-684A-AD7C-D3C8687B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xmlns="" id="{8E569DF1-A45B-2F18-2C1D-E91C9F96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3F972567-383A-549B-CF00-1D76A4759ADD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Input/ Data Sources</a:t>
            </a:r>
          </a:p>
          <a:p>
            <a:r>
              <a:rPr lang="en-US" sz="1600" dirty="0"/>
              <a:t>Candidate profile: name, university, roll no.</a:t>
            </a:r>
          </a:p>
          <a:p>
            <a:r>
              <a:rPr lang="en-US" sz="1600" dirty="0"/>
              <a:t>Menu option and question-setting strategy</a:t>
            </a:r>
          </a:p>
          <a:p>
            <a:r>
              <a:rPr lang="en-US" sz="1600" dirty="0"/>
              <a:t>Typed answer for each interview question</a:t>
            </a:r>
          </a:p>
          <a:p>
            <a:r>
              <a:rPr lang="en-US" sz="1600" dirty="0"/>
              <a:t>questions.json: 23 questions with keywords</a:t>
            </a:r>
          </a:p>
          <a:p>
            <a:r>
              <a:rPr lang="en-US" sz="1600" dirty="0"/>
              <a:t>Optional: AI API key or local Ollama model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03E7483B-4811-61DA-D7B7-E92B17337300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/ Functional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r>
              <a:rPr lang="en-US" sz="1600" dirty="0"/>
              <a:t>Validation: invalid menu input is re-prompted</a:t>
            </a:r>
          </a:p>
          <a:p>
            <a:r>
              <a:rPr lang="en-US" sz="1600" dirty="0"/>
              <a:t>Selection: Random / Balanced / Topic strategy</a:t>
            </a:r>
          </a:p>
          <a:p>
            <a:r>
              <a:rPr lang="en-US" sz="1600" dirty="0"/>
              <a:t>Scoring: AI evaluator or offline keyword match</a:t>
            </a:r>
          </a:p>
          <a:p>
            <a:r>
              <a:rPr lang="en-US" sz="1600" dirty="0"/>
              <a:t>Fallback: any AI failure → keyword evaluator</a:t>
            </a:r>
          </a:p>
          <a:p>
            <a:r>
              <a:rPr lang="en-US" sz="1600" dirty="0"/>
              <a:t>Output: topic-wise %, verdict and best score</a:t>
            </a:r>
          </a:p>
          <a:p>
            <a:pPr marL="0" indent="0">
              <a:buNone/>
            </a:pPr>
            <a:r>
              <a:rPr lang="en-US" sz="1600" dirty="0" b="1"/>
              <a:t>Answer evaluation flow: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BDC3270D-AF1C-3E78-E712-FD035746225B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  <a:p>
            <a:r>
              <a:rPr lang="en-US" sz="1600" dirty="0"/>
              <a:t>Candidate registration &amp; profile statistics</a:t>
            </a:r>
          </a:p>
          <a:p>
            <a:r>
              <a:rPr lang="en-US" sz="1600" dirty="0"/>
              <a:t>Mock interview with 3 question strategies</a:t>
            </a:r>
          </a:p>
          <a:p>
            <a:r>
              <a:rPr lang="en-US" sz="1600" dirty="0"/>
              <a:t>Instant score, feedback &amp; model answer</a:t>
            </a:r>
          </a:p>
          <a:p>
            <a:r>
              <a:rPr lang="en-US" sz="1600" dirty="0"/>
              <a:t>AI evaluation with automatic offline fallback</a:t>
            </a:r>
          </a:p>
          <a:p>
            <a:r>
              <a:rPr lang="en-US" sz="1600" dirty="0"/>
              <a:t>Readiness report &amp; AI question generation</a:t>
            </a:r>
          </a:p>
        </p:txBody>
      </p:sp>
      <p:pic>
        <p:nvPicPr>
          <p:cNvPr id="14" name="Answer evaluation flow" descr="Answer evaluation fl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794760"/>
            <a:ext cx="5120640" cy="226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0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6115378-57A1-BD2B-6825-39104D9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336032-DF0E-254C-0CD8-AB6E6669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D518352F-9C19-CF1E-1D03-4BACF46A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4</a:t>
            </a:fld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5B39290C-FF8D-37DE-61F5-B382DBC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A9A8F1E-B41B-EFBC-9FA3-324946ED4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20C423C8-65A4-300E-51C7-B4952EDE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265AD724-9C99-5D2A-C540-18B286306A28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E6FB5461-00D8-24D8-D0A0-BD98F40612EA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Concepts and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0" indent="0" algn="ctr">
              <a:buNone/>
            </a:pPr>
            <a:r>
              <a:rPr lang="en-US" sz="1600" dirty="0"/>
              <a:t>OOP · Interfaces · Strategy, Factory &amp; Decorator patterns · Collections · Exception handling · Gson · HttpClient · JUnit 5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xmlns="" id="{C42911C6-4047-D019-EA7D-28985C058142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Language: Java 17 (LTS)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IDE: VS Code / IntelliJ IDEA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Database: None (in-memory, questions.json)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Frameworks / Libraries: Gson 2.11.0, JUnit 5.10.2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APIs: Claude, Gemini, Ollama (optional)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Tools: Apache Maven 3.9.6, Git</a:t>
            </a:r>
          </a:p>
        </p:txBody>
      </p:sp>
      <p:pic>
        <p:nvPicPr>
          <p:cNvPr id="18" name="System architecture" descr="System archite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81328"/>
            <a:ext cx="5120640" cy="1834895"/>
          </a:xfrm>
          <a:prstGeom prst="rect">
            <a:avLst/>
          </a:prstGeom>
        </p:spPr>
      </p:pic>
      <p:pic>
        <p:nvPicPr>
          <p:cNvPr id="19" name="Application flowchart" descr="Application flow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2395728"/>
            <a:ext cx="4937760" cy="386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7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76618C8-1A4F-EFB9-CA30-2991461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240AA7-ACBA-6CC8-C67C-FB16D1F5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Feasibility, Risk and Challenges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C1E70550-5F49-E002-6AE3-6E645A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ED383AF-943A-AF13-9532-2E724776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CF922E5-3869-BACF-D57D-A6E439B7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6DD06387-97D0-39D2-34A2-A189B9C87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A1C04632-2C25-41CF-16BF-7E21BD7B277A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algn="just"/>
            <a:r>
              <a:rPr lang="en-US" sz="1600" dirty="0" b="1"/>
              <a:t>Technical Feasibility:</a:t>
            </a:r>
            <a:r>
              <a:rPr lang="en-US" sz="1600" dirty="0"/>
              <a:t xml:space="preserve"> Built entirely in core Java 17 with Gson and Maven; runs on any machine with a Java 17 runtime.</a:t>
            </a:r>
          </a:p>
          <a:p>
            <a:pPr algn="just"/>
            <a:r>
              <a:rPr lang="en-US" sz="1600" dirty="0" b="1"/>
              <a:t>Operational Feasibility:</a:t>
            </a:r>
            <a:r>
              <a:rPr lang="en-US" sz="1600" dirty="0"/>
              <a:t xml:space="preserve"> Simple menu-driven console that works fully offline; AI evaluation is optional.</a:t>
            </a:r>
          </a:p>
          <a:p>
            <a:pPr algn="just"/>
            <a:r>
              <a:rPr lang="en-US" sz="1600" dirty="0" b="1"/>
              <a:t>Economic Feasibility:</a:t>
            </a:r>
            <a:r>
              <a:rPr lang="en-US" sz="1600" dirty="0"/>
              <a:t xml:space="preserve"> Free, open-source tools; no database, server or paid service is required.</a:t>
            </a:r>
          </a:p>
          <a:p>
            <a:pPr algn="just"/>
            <a:r>
              <a:rPr lang="en-US" sz="1600" dirty="0" b="1"/>
              <a:t>Schedule Feasibility:</a:t>
            </a:r>
            <a:r>
              <a:rPr lang="en-US" sz="1600" dirty="0"/>
              <a:t xml:space="preserve"> Two-member team over a 12-week PBL cycle; every milestone produced a runnable increment.</a:t>
            </a:r>
          </a:p>
          <a:p>
            <a:pPr algn="just"/>
            <a:r>
              <a:rPr lang="en-US" sz="1600" dirty="0" b="1"/>
              <a:t>Scalability:</a:t>
            </a:r>
            <a:r>
              <a:rPr lang="en-US" sz="1600" dirty="0"/>
              <a:t xml:space="preserve"> Interfaces let new topics, question strategies, AI providers or a GUI/web front-end be added without changing the engine.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B287D6E2-D2A8-8A09-D852-F8844378CEC8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and Challenges</a:t>
            </a:r>
          </a:p>
          <a:p>
            <a:pPr marL="0" indent="0">
              <a:buNone/>
            </a:pPr>
            <a:r>
              <a:rPr lang="en-US" sz="1600" dirty="0"/>
              <a:t>Major challenges faced and how we handled them:</a:t>
            </a:r>
          </a:p>
          <a:p>
            <a:r>
              <a:rPr lang="en-US" sz="1600" dirty="0"/>
              <a:t>Invalid user input: caught and re-prompted</a:t>
            </a:r>
          </a:p>
          <a:p>
            <a:r>
              <a:rPr lang="en-US" sz="1600" dirty="0"/>
              <a:t>AI / network failures: FallbackEvaluator switches to keyword scoring</a:t>
            </a:r>
          </a:p>
          <a:p>
            <a:r>
              <a:rPr lang="en-US" sz="1600" dirty="0"/>
              <a:t>Unreliable AI replies: JSON extracted, score range-checked</a:t>
            </a:r>
          </a:p>
          <a:p>
            <a:r>
              <a:rPr lang="en-US" sz="1600" dirty="0"/>
              <a:t>Missing questions.json: loader warns and returns an empty list</a:t>
            </a:r>
          </a:p>
          <a:p>
            <a:r>
              <a:rPr lang="en-US" sz="1600" dirty="0"/>
              <a:t>Keyword scoring misses correctly paraphrased answers</a:t>
            </a:r>
          </a:p>
          <a:p>
            <a:r>
              <a:rPr lang="en-US" sz="1600" dirty="0"/>
              <a:t>Testing random selection: seeded Random in JUnit tests</a:t>
            </a:r>
          </a:p>
          <a:p>
            <a:r>
              <a:rPr lang="en-US" sz="1600" dirty="0"/>
              <a:t>Module integration: shared interfaces agreed first</a:t>
            </a:r>
          </a:p>
        </p:txBody>
      </p:sp>
    </p:spTree>
    <p:extLst>
      <p:ext uri="{BB962C8B-B14F-4D97-AF65-F5344CB8AC3E}">
        <p14:creationId xmlns:p14="http://schemas.microsoft.com/office/powerpoint/2010/main" val="89303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46D0B08-F462-E519-F15E-E0BEB7AB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C0015C01-C564-94FA-3121-AFE7427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EE1DBB35-58EA-739D-2CD4-B03EDDE7BA67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5024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</a:t>
            </a:r>
          </a:p>
          <a:p>
            <a:pPr marL="0" indent="0">
              <a:buNone/>
            </a:pPr>
            <a:r>
              <a:rPr lang="en-IN" sz="1600" dirty="0"/>
              <a:t>Sample run of the working application (Balanced strategy, offline keyword evaluator):</a:t>
            </a:r>
          </a:p>
          <a:p>
            <a:pPr marL="0" indent="0">
              <a:buNone/>
            </a:pPr>
            <a:r>
              <a:rPr lang="en-IN" sz="1600" dirty="0" b="1"/>
              <a:t>34/34 JUnit 5 tests passed  ·  Sample session score 73%  →  Verdict: ALMOST THERE</a:t>
            </a:r>
          </a:p>
        </p:txBody>
      </p:sp>
      <p:pic>
        <p:nvPicPr>
          <p:cNvPr id="12" name="Input: registration, menu and strategy" descr="Input: registration, menu and strategy"/>
          <p:cNvPicPr>
            <a:picLocks noChangeAspect="1"/>
          </p:cNvPicPr>
          <p:nvPr/>
        </p:nvPicPr>
        <p:blipFill>
          <a:blip r:embed="rId3"/>
          <a:srcRect l="2702" t="8200" r="50000" b="31000"/>
          <a:stretch>
            <a:fillRect/>
          </a:stretch>
        </p:blipFill>
        <p:spPr>
          <a:xfrm>
            <a:off x="1371600" y="2331720"/>
            <a:ext cx="3931920" cy="3415153"/>
          </a:xfrm>
          <a:prstGeom prst="rect">
            <a:avLst/>
          </a:prstGeom>
        </p:spPr>
      </p:pic>
      <p:pic>
        <p:nvPicPr>
          <p:cNvPr id="13" name="Output: placement-readiness report" descr="Output: placement-readiness report"/>
          <p:cNvPicPr>
            <a:picLocks noChangeAspect="1"/>
          </p:cNvPicPr>
          <p:nvPr/>
        </p:nvPicPr>
        <p:blipFill>
          <a:blip r:embed="rId4"/>
          <a:srcRect l="2702" t="28199" r="39189" b="16000"/>
          <a:stretch>
            <a:fillRect/>
          </a:stretch>
        </p:blipFill>
        <p:spPr>
          <a:xfrm>
            <a:off x="5577840" y="2331720"/>
            <a:ext cx="5257800" cy="341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2361FE-0713-93E6-DB86-E79648324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04127E-C73E-C2B8-523A-E1BCE6D6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Conclusion, Limitations &amp; Future Scope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D072919A-FB09-BDBD-EB1B-AC9C345A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7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7532C21-FD78-2AEE-FF81-92AB93C9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3F0DB14-E55E-F110-C797-B68990B57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28924AA9-C1C9-5F20-B7B4-5C66E415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D9DE962E-8FA1-1659-E5F2-3EBFA857DF56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2433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r>
              <a:rPr lang="en-US" sz="1600" dirty="0"/>
              <a:t xml:space="preserve">We developed </a:t>
            </a:r>
            <a:r>
              <a:rPr lang="en-US" sz="1600" dirty="0" b="1"/>
              <a:t>An Interactive Java Technical Review Simulator</a:t>
            </a:r>
            <a:r>
              <a:rPr lang="en-US" sz="1600" dirty="0"/>
              <a:t xml:space="preserve"> using </a:t>
            </a:r>
            <a:r>
              <a:rPr lang="en-US" sz="1600" dirty="0" b="1"/>
              <a:t>Java Programming</a:t>
            </a:r>
            <a:r>
              <a:rPr lang="en-US" sz="1600" dirty="0"/>
              <a:t xml:space="preserve"> to address </a:t>
            </a:r>
            <a:r>
              <a:rPr lang="en-US" sz="1600" dirty="0" b="1"/>
              <a:t>the lack of an interactive, low-cost tool for core-Java interview practice</a:t>
            </a:r>
            <a:r>
              <a:rPr lang="en-US" sz="1600" dirty="0"/>
              <a:t xml:space="preserve">. The developed application successfully implements the required functionalities and provides an efficient solution for </a:t>
            </a:r>
            <a:r>
              <a:rPr lang="en-US" sz="1600" dirty="0" b="1"/>
              <a:t>engineering students preparing for campus placements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It loads a 23-question bank from JSON, offers three question strategies, scores answers through an AI evaluator chain with offline fallback and produces a topic-wise readiness report; all 34 JUnit 5 tests pass.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A7714C8B-8CE9-ACE7-94F1-0BFA4EB5B338}"/>
              </a:ext>
            </a:extLst>
          </p:cNvPr>
          <p:cNvSpPr txBox="1">
            <a:spLocks/>
          </p:cNvSpPr>
          <p:nvPr/>
        </p:nvSpPr>
        <p:spPr>
          <a:xfrm>
            <a:off x="6232358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/ embedding-based answer scoring.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storage for candidate history.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Larger, validated question bank.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or web front-end on the same service layer.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JaCoCo coverage and end-to-end AI tests.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A053D1FB-4EE1-2E64-D1C8-8DCF2C5E10E8}"/>
              </a:ext>
            </a:extLst>
          </p:cNvPr>
          <p:cNvSpPr txBox="1">
            <a:spLocks/>
          </p:cNvSpPr>
          <p:nvPr/>
        </p:nvSpPr>
        <p:spPr>
          <a:xfrm>
            <a:off x="528320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scoring misses correctly paraphrased answers.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persistent storage; history resets on restart.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question bank: 23 questions, 6 topics.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Console-only, single-user application.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evaluators not yet tested end-to-end.</a:t>
            </a:r>
          </a:p>
        </p:txBody>
      </p:sp>
    </p:spTree>
    <p:extLst>
      <p:ext uri="{BB962C8B-B14F-4D97-AF65-F5344CB8AC3E}">
        <p14:creationId xmlns:p14="http://schemas.microsoft.com/office/powerpoint/2010/main" val="58077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1BB6885-6B9A-270E-D011-C6195CEF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5B7B8957-8828-E623-0D1B-083069FE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8</a:t>
            </a:fld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xmlns="" id="{3648C33D-8B31-6B82-2E8D-DC4C841DE344}"/>
              </a:ext>
            </a:extLst>
          </p:cNvPr>
          <p:cNvSpPr txBox="1">
            <a:spLocks/>
          </p:cNvSpPr>
          <p:nvPr/>
        </p:nvSpPr>
        <p:spPr>
          <a:xfrm>
            <a:off x="3814663" y="5210996"/>
            <a:ext cx="4562669" cy="8792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RITHIKA S, SHWETHAA JV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&amp; Engg.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xmlns="" id="{2A3C68FE-708A-E575-2346-D66B76F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E233C03-9E8E-963B-6AEE-A6F08D16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5" y="136525"/>
            <a:ext cx="6698746" cy="1333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6DAC499-8CE4-9EB6-4C6F-AF24243B97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88" y="1646945"/>
            <a:ext cx="4782020" cy="3386700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xmlns="" id="{85787E0A-82D9-5CAB-8C09-1F3F24B0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8918ED0-F7FD-61C4-5F6D-45B18985D959}"/>
              </a:ext>
            </a:extLst>
          </p:cNvPr>
          <p:cNvSpPr txBox="1"/>
          <p:nvPr/>
        </p:nvSpPr>
        <p:spPr>
          <a:xfrm>
            <a:off x="5105400" y="7513282"/>
            <a:ext cx="22418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18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692</Words>
  <Application>Microsoft Office PowerPoint</Application>
  <PresentationFormat>Custom</PresentationFormat>
  <Paragraphs>136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CS5304 – JAVA PROGRAMMING  PBL Project Review</vt:lpstr>
      <vt:lpstr>Problem &amp; Objectives</vt:lpstr>
      <vt:lpstr>Input, Processing &amp; Functional Analysis</vt:lpstr>
      <vt:lpstr> Technical Approach</vt:lpstr>
      <vt:lpstr> Feasibility, Risk and Challenges</vt:lpstr>
      <vt:lpstr> Result  </vt:lpstr>
      <vt:lpstr>Conclusion, Limitations &amp; Future Scope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CS3504 – JAVA PROGRAMMING  PBL Project Review</dc:title>
  <dc:creator>ayeesha nasreen</dc:creator>
  <cp:lastModifiedBy>Admin</cp:lastModifiedBy>
  <cp:revision>40</cp:revision>
  <dcterms:created xsi:type="dcterms:W3CDTF">2025-03-10T15:11:33Z</dcterms:created>
  <dcterms:modified xsi:type="dcterms:W3CDTF">2026-10-06T14:12:12Z</dcterms:modified>
</cp:coreProperties>
</file>