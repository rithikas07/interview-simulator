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-1020" y="-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06-10-2026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CS5304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 (&lt;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 (&lt;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&lt;Dept. Name&gt;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xmlns="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Mentor_Name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&lt;Designation&gt;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xmlns="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xmlns="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4–5 concise lines, explain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 exists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affected by the problem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problem important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limitations of the existing system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 Java-based application provide a solution?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xmlns="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buNone/>
            </a:pPr>
            <a:r>
              <a:rPr lang="en-US" sz="1600" dirty="0"/>
              <a:t>Use 3–4 short points:</a:t>
            </a:r>
          </a:p>
          <a:p>
            <a:r>
              <a:rPr lang="en-US" sz="1600" dirty="0"/>
              <a:t>Identify and </a:t>
            </a:r>
            <a:r>
              <a:rPr lang="en-US" sz="1600" dirty="0" err="1"/>
              <a:t>analyse</a:t>
            </a:r>
            <a:r>
              <a:rPr lang="en-US" sz="1600" dirty="0"/>
              <a:t> the problem.</a:t>
            </a:r>
          </a:p>
          <a:p>
            <a:r>
              <a:rPr lang="en-US" sz="1600" dirty="0"/>
              <a:t>Design and develop a Java-based solution.</a:t>
            </a:r>
          </a:p>
          <a:p>
            <a:r>
              <a:rPr lang="en-US" sz="1600" dirty="0"/>
              <a:t>Implement the required functionalities using Java programming concepts.</a:t>
            </a:r>
          </a:p>
          <a:p>
            <a:r>
              <a:rPr lang="en-US" sz="1600" dirty="0"/>
              <a:t>Test and evaluate the developed application.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functional Java-based application capable of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problem efficiently and providing a user-friendly solution.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Processing &amp; Functional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xmlns="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 Data Sources</a:t>
            </a:r>
          </a:p>
          <a:p>
            <a:r>
              <a:rPr lang="en-US" sz="1600" dirty="0"/>
              <a:t>What goes into your system?</a:t>
            </a:r>
          </a:p>
          <a:p>
            <a:r>
              <a:rPr lang="en-US" sz="1600" dirty="0"/>
              <a:t>User inputs</a:t>
            </a:r>
          </a:p>
          <a:p>
            <a:r>
              <a:rPr lang="en-US" sz="1600" dirty="0"/>
              <a:t>Application data</a:t>
            </a:r>
          </a:p>
          <a:p>
            <a:r>
              <a:rPr lang="en-US" sz="1600" dirty="0"/>
              <a:t>Database records</a:t>
            </a:r>
          </a:p>
          <a:p>
            <a:r>
              <a:rPr lang="en-US" sz="1600" dirty="0"/>
              <a:t>Files or external data sources</a:t>
            </a:r>
          </a:p>
          <a:p>
            <a:r>
              <a:rPr lang="en-US" sz="1600" dirty="0"/>
              <a:t>Other required inputs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/ Functional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0" indent="0">
              <a:buNone/>
            </a:pPr>
            <a:r>
              <a:rPr lang="en-US" sz="1600" dirty="0" smtClean="0"/>
              <a:t>Mention how the input is processed:</a:t>
            </a:r>
          </a:p>
          <a:p>
            <a:r>
              <a:rPr lang="en-US" sz="1600" dirty="0" smtClean="0"/>
              <a:t>Input </a:t>
            </a:r>
            <a:r>
              <a:rPr lang="en-US" sz="1600" dirty="0"/>
              <a:t>validation</a:t>
            </a:r>
          </a:p>
          <a:p>
            <a:r>
              <a:rPr lang="en-US" sz="1600" dirty="0"/>
              <a:t>Data processing</a:t>
            </a:r>
          </a:p>
          <a:p>
            <a:r>
              <a:rPr lang="en-US" sz="1600" dirty="0"/>
              <a:t>Business logic implementation</a:t>
            </a:r>
          </a:p>
          <a:p>
            <a:r>
              <a:rPr lang="en-US" sz="1600" dirty="0"/>
              <a:t>Data storage and retrieval</a:t>
            </a:r>
          </a:p>
          <a:p>
            <a:r>
              <a:rPr lang="en-US" sz="1600" dirty="0"/>
              <a:t>Output </a:t>
            </a:r>
            <a:r>
              <a:rPr lang="en-US" sz="1600" dirty="0" smtClean="0"/>
              <a:t>generation</a:t>
            </a:r>
          </a:p>
          <a:p>
            <a:pPr marL="0" indent="0">
              <a:buNone/>
            </a:pPr>
            <a:r>
              <a:rPr lang="en-US" sz="1600" b="1" dirty="0" smtClean="0"/>
              <a:t> Add </a:t>
            </a:r>
            <a:r>
              <a:rPr lang="en-US" sz="1600" b="1" dirty="0"/>
              <a:t>meaningful screenshots, flow diagrams, tables, or charts wherever required.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marL="0" indent="0">
              <a:buNone/>
            </a:pPr>
            <a:r>
              <a:rPr lang="en-US" sz="1600" dirty="0"/>
              <a:t>Mention the major functionalities implemented in the project.</a:t>
            </a:r>
          </a:p>
          <a:p>
            <a:r>
              <a:rPr lang="en-US" sz="1600" dirty="0"/>
              <a:t>Functionality 1</a:t>
            </a:r>
          </a:p>
          <a:p>
            <a:r>
              <a:rPr lang="en-US" sz="1600" dirty="0"/>
              <a:t>Functionality 2</a:t>
            </a:r>
          </a:p>
          <a:p>
            <a:r>
              <a:rPr lang="en-US" sz="1600" dirty="0"/>
              <a:t>Functionality 3</a:t>
            </a:r>
          </a:p>
          <a:p>
            <a:r>
              <a:rPr lang="en-US" sz="1600" dirty="0"/>
              <a:t>Functionality 4</a:t>
            </a:r>
          </a:p>
          <a:p>
            <a:r>
              <a:rPr lang="en-US" sz="1600" dirty="0"/>
              <a:t>Functionality </a:t>
            </a:r>
            <a:r>
              <a:rPr lang="en-US" sz="1600" dirty="0" smtClean="0"/>
              <a:t>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r>
              <a:rPr lang="en-IN" sz="1600" dirty="0"/>
              <a:t>Add an architectural diagram showing:</a:t>
            </a:r>
          </a:p>
          <a:p>
            <a:r>
              <a:rPr lang="en-IN" sz="1600" b="1" dirty="0"/>
              <a:t>User → Java Application → Processing / Business Logic → Database / File → Output</a:t>
            </a:r>
            <a:endParaRPr lang="en-IN" sz="1600" dirty="0"/>
          </a:p>
          <a:p>
            <a:pPr marL="0" indent="0" algn="ctr">
              <a:buNone/>
            </a:pP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Concepts and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0" indent="0" algn="ctr">
              <a:buNone/>
            </a:pPr>
            <a:r>
              <a:rPr lang="en-US" sz="1600" dirty="0"/>
              <a:t>Add a flowchart showing the major steps involved in the application.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Mention the technologies used: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Language: Java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IDE: &lt;IDE Name&gt;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Database: &lt;Database Name&gt;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Frameworks / Libraries: &lt;If Applicable&gt;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APIs: &lt;If Applicable&gt;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Tools: &lt;Tools Used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algn="just"/>
            <a:r>
              <a:rPr lang="en-US" sz="1600" b="1" dirty="0"/>
              <a:t>Technical Feasibility:</a:t>
            </a:r>
            <a:r>
              <a:rPr lang="en-US" sz="1600" dirty="0"/>
              <a:t> The application can be developed and implemented using Java and the selected technologies</a:t>
            </a:r>
            <a:r>
              <a:rPr lang="en-US" sz="1600" dirty="0" smtClean="0"/>
              <a:t>.</a:t>
            </a:r>
          </a:p>
          <a:p>
            <a:pPr algn="just"/>
            <a:r>
              <a:rPr lang="en-US" sz="1600" b="1" dirty="0" smtClean="0"/>
              <a:t>Operational </a:t>
            </a:r>
            <a:r>
              <a:rPr lang="en-US" sz="1600" b="1" dirty="0"/>
              <a:t>Feasibility:</a:t>
            </a:r>
            <a:r>
              <a:rPr lang="en-US" sz="1600" dirty="0"/>
              <a:t> The system is designed to be simple and convenient for the intended users</a:t>
            </a:r>
            <a:r>
              <a:rPr lang="en-US" sz="1600" dirty="0" smtClean="0"/>
              <a:t>.</a:t>
            </a:r>
          </a:p>
          <a:p>
            <a:pPr algn="just"/>
            <a:r>
              <a:rPr lang="en-US" sz="1600" b="1" dirty="0" smtClean="0"/>
              <a:t>Economic </a:t>
            </a:r>
            <a:r>
              <a:rPr lang="en-US" sz="1600" b="1" dirty="0"/>
              <a:t>Feasibility:</a:t>
            </a:r>
            <a:r>
              <a:rPr lang="en-US" sz="1600" dirty="0"/>
              <a:t> The project can be developed using available and cost-effective tools and technologies</a:t>
            </a:r>
            <a:r>
              <a:rPr lang="en-US" sz="1600" dirty="0" smtClean="0"/>
              <a:t>.</a:t>
            </a:r>
          </a:p>
          <a:p>
            <a:pPr algn="just"/>
            <a:r>
              <a:rPr lang="en-US" sz="1600" b="1" dirty="0" smtClean="0"/>
              <a:t>Scalability</a:t>
            </a:r>
            <a:r>
              <a:rPr lang="en-US" sz="1600" b="1" dirty="0"/>
              <a:t>:</a:t>
            </a:r>
            <a:r>
              <a:rPr lang="en-US" sz="1600" dirty="0"/>
              <a:t> The application can be enhanced with additional features in the future.</a:t>
            </a: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  <a:p>
            <a:pPr marL="0" indent="0">
              <a:buNone/>
            </a:pPr>
            <a:r>
              <a:rPr lang="en-US" sz="1600" dirty="0"/>
              <a:t>Mention the major challenges faced during development:</a:t>
            </a:r>
          </a:p>
          <a:p>
            <a:r>
              <a:rPr lang="en-US" sz="1600" dirty="0"/>
              <a:t>Handling invalid user inputs</a:t>
            </a:r>
          </a:p>
          <a:p>
            <a:r>
              <a:rPr lang="en-US" sz="1600" dirty="0"/>
              <a:t>Managing application errors and exceptions</a:t>
            </a:r>
          </a:p>
          <a:p>
            <a:r>
              <a:rPr lang="en-US" sz="1600" dirty="0"/>
              <a:t>Database connectivity issues</a:t>
            </a:r>
          </a:p>
          <a:p>
            <a:r>
              <a:rPr lang="en-US" sz="1600" dirty="0"/>
              <a:t>Data consistency and security</a:t>
            </a:r>
          </a:p>
          <a:p>
            <a:r>
              <a:rPr lang="en-US" sz="1600" dirty="0"/>
              <a:t>Designing an efficient application structure</a:t>
            </a:r>
          </a:p>
          <a:p>
            <a:r>
              <a:rPr lang="en-US" sz="1600" dirty="0"/>
              <a:t>Integration of different modules</a:t>
            </a:r>
          </a:p>
          <a:p>
            <a:r>
              <a:rPr lang="en-US" sz="1600" dirty="0"/>
              <a:t>Testing and debugging</a:t>
            </a: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5024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  <a:p>
            <a:pPr marL="0" indent="0">
              <a:buNone/>
            </a:pPr>
            <a:r>
              <a:rPr lang="en-IN" sz="1600" dirty="0"/>
              <a:t>Add sample screenshots of the working application:</a:t>
            </a:r>
          </a:p>
          <a:p>
            <a:r>
              <a:rPr lang="en-IN" sz="1600" dirty="0"/>
              <a:t>Home / Login Screen</a:t>
            </a:r>
          </a:p>
          <a:p>
            <a:r>
              <a:rPr lang="en-IN" sz="1600" dirty="0"/>
              <a:t>Main Application Screen</a:t>
            </a:r>
          </a:p>
          <a:p>
            <a:r>
              <a:rPr lang="en-IN" sz="1600" dirty="0"/>
              <a:t>Input Screen</a:t>
            </a:r>
          </a:p>
          <a:p>
            <a:r>
              <a:rPr lang="en-IN" sz="1600" dirty="0"/>
              <a:t>Processing / Transaction Screen</a:t>
            </a:r>
          </a:p>
          <a:p>
            <a:r>
              <a:rPr lang="en-IN" sz="1600" dirty="0"/>
              <a:t>Database / Records Screen</a:t>
            </a:r>
          </a:p>
          <a:p>
            <a:r>
              <a:rPr lang="en-IN" sz="1600" dirty="0"/>
              <a:t>Output / Result Screen</a:t>
            </a:r>
          </a:p>
          <a:p>
            <a:r>
              <a:rPr lang="en-IN" sz="1600" dirty="0"/>
              <a:t>Reports / Dashboard</a:t>
            </a:r>
          </a:p>
          <a:p>
            <a:r>
              <a:rPr lang="en-IN" sz="1600" dirty="0"/>
              <a:t>Error Handling / Validation Screen</a:t>
            </a:r>
          </a:p>
          <a:p>
            <a:pPr marL="0" indent="0" algn="just">
              <a:buNone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sz="1600" dirty="0"/>
              <a:t>We developed </a:t>
            </a:r>
            <a:r>
              <a:rPr lang="en-US" sz="1600" b="1" dirty="0"/>
              <a:t>&lt;Project Name&gt;</a:t>
            </a:r>
            <a:r>
              <a:rPr lang="en-US" sz="1600" dirty="0"/>
              <a:t> using </a:t>
            </a:r>
            <a:r>
              <a:rPr lang="en-US" sz="1600" b="1" dirty="0"/>
              <a:t>Java Programming</a:t>
            </a:r>
            <a:r>
              <a:rPr lang="en-US" sz="1600" dirty="0"/>
              <a:t> to address </a:t>
            </a:r>
            <a:r>
              <a:rPr lang="en-US" sz="1600" b="1" dirty="0"/>
              <a:t>&lt;Problem Statement</a:t>
            </a:r>
            <a:r>
              <a:rPr lang="en-US" sz="1600" b="1" dirty="0" smtClean="0"/>
              <a:t>&gt;</a:t>
            </a:r>
            <a:r>
              <a:rPr lang="en-US" sz="1600" dirty="0" smtClean="0"/>
              <a:t>. The </a:t>
            </a:r>
            <a:r>
              <a:rPr lang="en-US" sz="1600" dirty="0"/>
              <a:t>developed application successfully implements the required functionalities and provides an efficient solution for </a:t>
            </a:r>
            <a:r>
              <a:rPr lang="en-US" sz="1600" b="1" dirty="0"/>
              <a:t>&lt;Target Users / Application Area&gt;</a:t>
            </a:r>
            <a:r>
              <a:rPr lang="en-US" sz="1600" dirty="0"/>
              <a:t>.</a:t>
            </a:r>
          </a:p>
          <a:p>
            <a:pPr marL="0" indent="0" algn="just">
              <a:buNone/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&lt;fill accordingly, and add the points if needed.&gt;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advanced functionalities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performance and scalability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interface and user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experience.Integrate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 databases or external APIs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or mobile version of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application.Implement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security features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for real-world usage.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development time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with real-world users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available hardware/software resources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in the current version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are not implemented in the current version.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1_Name&gt;, &lt;Student 2_Name&gt;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&lt;Dept. Name&gt;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xmlns="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692</Words>
  <Application>Microsoft Office PowerPoint</Application>
  <PresentationFormat>Custom</PresentationFormat>
  <Paragraphs>136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CS5304 – JAVA PROGRAMMING  PBL Project Review</vt:lpstr>
      <vt:lpstr>Problem &amp; Objectives</vt:lpstr>
      <vt:lpstr>Input, Processing &amp; Functional Analysis</vt:lpstr>
      <vt:lpstr> Technical Approach</vt:lpstr>
      <vt:lpstr> Feasibility, Risk and Challenges</vt:lpstr>
      <vt:lpstr> Result  </vt:lpstr>
      <vt:lpstr>Conclusion, Limitations &amp; Future Scope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CS3504 – JAVA PROGRAMMING  PBL Project Review</dc:title>
  <dc:creator>ayeesha nasreen</dc:creator>
  <cp:lastModifiedBy>Admin</cp:lastModifiedBy>
  <cp:revision>40</cp:revision>
  <dcterms:created xsi:type="dcterms:W3CDTF">2025-03-10T15:11:33Z</dcterms:created>
  <dcterms:modified xsi:type="dcterms:W3CDTF">2026-10-06T14:12:12Z</dcterms:modified>
</cp:coreProperties>
</file>